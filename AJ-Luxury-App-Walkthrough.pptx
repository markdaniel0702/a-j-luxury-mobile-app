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Open the App. A few short intro screens explain buying, consigning and condition grading. Tap Next to continue, or Skip to go straight to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2: Login Page. Log in with your email and password. You can also create an account, reset your password, or browse as a guest. A&amp;J staff use the separate Admin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3: Log in or Continue as Guest. Log in to use everything, or continue as a guest to browse, search and ask the chatbot. Saving items, inquiring, consigning and support tickets need an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4: Home Screen. See the newest arrivals and shop by category. The menu at the bottom takes you to Shop, Consign, Help, Support and your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5: Browse or Search Items. Search for an item, pick a category, or filter by brand, condition and price. Each item shows its brand, name and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6: Item Detail Page. Swipe through the photos and check the condition, brand and price. Tap the heart to save it, Ask Help for questions, or Inquire to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7: Inquire to Buy. Fill in your name, mobile number, how A&amp;J should contact you, how you'll pay (like GCash) and delivery or pick-up. Then tap Send inquiry.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8: Inquiry Sent. You get a reference number and a summary of your inquiry. Next, A&amp;J replies, confirms payment, and arranges delivery or pick-up.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9: Open the Consignment Section. The Consign tab explains how consigning works and the key terms. Tap Start a consignment request to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10: Submit Item Details and Photos. Choose to sell or consign, then enter the brand, item name and condition. Add photos of the front, back and serial or date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11: Review and Submit. Check the summary of your request, then tap Submit request. You get a reference number right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12: Track Consignment Status. Go to Account, then My consignments, to see where your item is: Submitted, Received, Authenticated, Listed, Sold, then Paid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13: Open the Chatbot. The Help tab opens the FAQ assistant. Suggested questions appear as buttons so you can tap instead of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14: Ask or Choose a Question. Type your own question, like how layaway works, or tap one of the suggested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15: Receive an Answer. The assistant answers using A&amp;J's approved FAQs. If it can't help, tap Talk to a support agent to open a ticket with your chat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16: Open the Support Section. The Support tab lets you open a new ticket, ask the Help assistant a quick question, or check your existing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17: Submit a Support Ticket. Choose what the problem is about, like a return or refund, pick the related order, describe the issue, and tap Submit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18: Track Ticket Status. See your ticket's reference number and status: Open, In progress or Resolved. Come back here to read staff replies and send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19: Admin Login. A&amp;J staff sign in through a separate Admin login. Customer and guest accounts can't open the admin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20: Dashboard. See sales, orders, new users, consignments, open tickets, reply speed and chatbot activity for any period. New or unassigned tickets show up under Needs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21: Handle Support Tickets. Open a ticket, assign it to yourself, update its status and reply. The customer sees every update in their ticket right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22: Reports and Analytics. Pick a report type, date range and category. View the totals and chart, then download the results as CSV or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Walkthrough-Step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Walkthrough-Cover-image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through Step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pic>
        <p:nvPicPr>
          <p:cNvPr id="3" name="Image 0" descr="/tmp/claude-0/-home-claude/815ec449-3d99-5503-b7b6-e71ac3871002/scratchpad/wt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502920"/>
            <a:ext cx="219456" cy="219456"/>
          </a:xfrm>
          <a:prstGeom prst="rect">
            <a:avLst/>
          </a:prstGeom>
        </p:spPr>
      </p:pic>
      <p:pic>
        <p:nvPicPr>
          <p:cNvPr id="4" name="Image 1" descr="/tmp/claude-0/-home-claude/815ec449-3d99-5503-b7b6-e71ac3871002/scratchpad/wt/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84632"/>
            <a:ext cx="256032" cy="256032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through Cover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pic>
        <p:nvPicPr>
          <p:cNvPr id="3" name="Image 0" descr="/tmp/claude-0/-home-claude/815ec449-3d99-5503-b7b6-e71ac3871002/scratchpad/wt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502920"/>
            <a:ext cx="219456" cy="219456"/>
          </a:xfrm>
          <a:prstGeom prst="rect">
            <a:avLst/>
          </a:prstGeom>
        </p:spPr>
      </p:pic>
      <p:pic>
        <p:nvPicPr>
          <p:cNvPr id="4" name="Image 1" descr="/tmp/claude-0/-home-claude/815ec449-3d99-5503-b7b6-e71ac3871002/scratchpad/wt/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84632"/>
            <a:ext cx="256032" cy="256032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3474720" y="109728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474720" y="310896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4" descr="Step 4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10972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App Walkthrough</a:t>
            </a:r>
            <a:endParaRPr lang="en-US" sz="5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3474720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A&amp;J Luxury mobile app, step by step: buying, selling and consigning, getting help, and the admin side.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" descr="Step 1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1: Open the App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 few short intro screens explain buying, consigning and condition grading. Tap Next to continue, or Skip to go straight to login.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2" descr="Step 2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2: Login Page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Log in with your email and password. You can also create an account, reset your password, or browse as a guest. A&amp;J staff use the separate Admin login.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3" descr="Step 3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3: Log in or Continue as Guest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Log in to use everything, or continue as a guest to browse, search and ask the chatbot. Saving items, inquiring, consigning and support tickets need an account.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4" descr="Step 4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4: Home Screen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See the newest arrivals and shop by category. The menu at the bottom takes you to Shop, Consign, Help, Support and your Account.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5" descr="Step 5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5: Browse or Search Items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Search for an item, pick a category, or filter by brand, condition and price. Each item shows its brand, name and price.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6" descr="Step 6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6: Item Detail Page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Swipe through the photos and check the condition, brand and price. Tap the heart to save it, Ask Help for questions, or Inquire to buy.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7" descr="Step 7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7: Inquire to Buy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Fill in your name, mobile number, how A&amp;J should contact you, how you'll pay (like GCash) and delivery or pick-up. Then tap Send inquiry.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8" descr="Step 8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8: Inquiry Sent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You get a reference number and a summary of your inquiry. Next, A&amp;J replies, confirms payment, and arranges delivery or pick-up.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9" descr="Step 9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9: Open the Consignment Section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Consign tab explains how consigning works and the key terms. Tap Start a consignment request to begin.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0" descr="Step 10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10: Submit Item Details and Photos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Choose to sell or consign, then enter the brand, item name and condition. Add photos of the front, back and serial or date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1" descr="Step 11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11: Review and Submit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Check the summary of your request, then tap Submit request. You get a reference number right away.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2" descr="Step 12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12: Track Consignment Status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Go to Account, then My consignments, to see where your item is: Submitted, Received, Authenticated, Listed, Sold, then Paid 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3" descr="Step 13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13: Open the Chatbot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Help tab opens the FAQ assistant. Suggested questions appear as buttons so you can tap instead of type.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4" descr="Step 14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14: Ask or Choose a Question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Type your own question, like how layaway works, or tap one of the suggested questions.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5" descr="Step 15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15: Receive an Answer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assistant answers using A&amp;J's approved FAQs. If it can't help, tap Talk to a support agent to open a ticket with your chat attached.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6" descr="Step 16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16: Open the Support Section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Support tab lets you open a new ticket, ask the Help assistant a quick question, or check your existing tickets.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7" descr="Step 17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17: Submit a Support Ticket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Choose what the problem is about, like a return or refund, pick the related order, describe the issue, and tap Submit ticket.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8" descr="Step 18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18: Track Ticket Status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See your ticket's reference number and status: Open, In progress or Resolved. Come back here to read staff replies and send your 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19" descr="Step 19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19: Admin Login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A&amp;J staff sign in through a separate Admin login. Customer and guest accounts can't open the admin screens.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20" descr="Step 20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20: Dashboard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See sales, orders, new users, consignments, open tickets, reply speed and chatbot activity for any period. New or unassigned tickets show up under Needs attention.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21" descr="Step 21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102870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21: Handle Support Tickets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Open a ticket, assign it to yourself, update its status and reply. The customer sees every update in their ticket right away.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tep 22" descr="Step 22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4330"/>
            <a:ext cx="2112696" cy="443484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3" type="title" hasCustomPrompt="1"/>
          </p:nvPr>
        </p:nvSpPr>
        <p:spPr>
          <a:xfrm>
            <a:off x="3474720" y="6858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 Walkthrough</a:t>
            </a:r>
            <a:endParaRPr lang="en-US" sz="4400" dirty="0"/>
          </a:p>
        </p:txBody>
      </p:sp>
      <p:sp>
        <p:nvSpPr>
          <p:cNvPr id="4" name="Step line"/>
          <p:cNvSpPr/>
          <p:nvPr/>
        </p:nvSpPr>
        <p:spPr>
          <a:xfrm>
            <a:off x="3703320" y="2697480"/>
            <a:ext cx="0" cy="832104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tep heading"/>
          <p:cNvSpPr txBox="1"/>
          <p:nvPr/>
        </p:nvSpPr>
        <p:spPr>
          <a:xfrm>
            <a:off x="38862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22: Reports and Analytics</a:t>
            </a:r>
            <a:endParaRPr lang="en-US" sz="18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3886200" y="310896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Pick a report type, date range and category. View the totals and chart, then download the results as CSV or PDF.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5262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J Walkthrough">
  <a:themeElements>
    <a:clrScheme name="AJ Walkthrough">
      <a:dk1>
        <a:srgbClr val="141414"/>
      </a:dk1>
      <a:lt1>
        <a:srgbClr val="FFFFFF"/>
      </a:lt1>
      <a:dk2>
        <a:srgbClr val="2A2A2A"/>
      </a:dk2>
      <a:lt2>
        <a:srgbClr val="D9D9D9"/>
      </a:lt2>
      <a:accent1>
        <a:srgbClr val="B08D57"/>
      </a:accent1>
      <a:accent2>
        <a:srgbClr val="8C8C8C"/>
      </a:accent2>
      <a:accent3>
        <a:srgbClr val="5A5A5A"/>
      </a:accent3>
      <a:accent4>
        <a:srgbClr val="C9A96E"/>
      </a:accent4>
      <a:accent5>
        <a:srgbClr val="3A3A3A"/>
      </a:accent5>
      <a:accent6>
        <a:srgbClr val="7A1F2B"/>
      </a:accent6>
      <a:hlink>
        <a:srgbClr val="C9A96E"/>
      </a:hlink>
      <a:folHlink>
        <a:srgbClr val="8C8C8C"/>
      </a:folHlink>
    </a:clrScheme>
    <a:fontScheme name="AJ Walkthrough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A&amp;J Luxury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A&amp;J Luxury App Walkthrough</dc:title>
  <dc:subject>PptxGenJS Presentation</dc:subject>
  <dc:creator>PptxGenJS</dc:creator>
  <cp:lastModifiedBy>PptxGenJS</cp:lastModifiedBy>
  <cp:revision>1</cp:revision>
  <dcterms:created xsi:type="dcterms:W3CDTF">2026-10-26T05:36:25Z</dcterms:created>
  <dcterms:modified xsi:type="dcterms:W3CDTF">2026-10-26T05:36:25Z</dcterms:modified>
</cp:coreProperties>
</file>